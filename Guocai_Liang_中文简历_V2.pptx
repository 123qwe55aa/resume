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765121f190e455e" Type="http://schemas.openxmlformats.org/package/2006/relationships/metadata/core-properties" Target="docProps/core.xml"/><Relationship Id="Rcf4ddfdec5134c12" Type="http://schemas.openxmlformats.org/officeDocument/2006/relationships/officeDocument" Target="ppt/presentation.xml"/><Relationship Id="Rdff933d70edf4ff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5d863db86a46ad"/>
  </p:sldMasterIdLst>
  <p:notesMasterIdLst>
    <p:notesMasterId xmlns:r="http://schemas.openxmlformats.org/officeDocument/2006/relationships" r:id="R0b4a388c4fb34831"/>
  </p:notesMasterIdLst>
  <p:sldIdLst>
    <p:sldId xmlns:r="http://schemas.openxmlformats.org/officeDocument/2006/relationships" id="256" r:id="R55e2241f55d342b4"/>
    <p:sldId xmlns:ns0="http://schemas.openxmlformats.org/officeDocument/2006/relationships" id="257" ns0:id="rId7"/>
  </p:sldIdLst>
  <p:sldSz cx="7772400" cy="100584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b4a388c4fb34831" Type="http://schemas.openxmlformats.org/officeDocument/2006/relationships/notesMaster" Target="notesMasters/notesMaster1.xml"/><Relationship Id="R14cf4cf7ba3c42ce" Type="http://schemas.openxmlformats.org/officeDocument/2006/relationships/tableStyles" Target="tableStyles.xml"/><Relationship Id="R18c489b12b9b408e" Type="http://schemas.openxmlformats.org/officeDocument/2006/relationships/theme" Target="theme/theme1.xml"/><Relationship Id="R535d863db86a46ad" Type="http://schemas.openxmlformats.org/officeDocument/2006/relationships/slideMaster" Target="slideMasters/slideMaster1.xml"/><Relationship Id="R55e2241f55d342b4" Type="http://schemas.openxmlformats.org/officeDocument/2006/relationships/slide" Target="slides/slide1.xml"/><Relationship Id="R60942b078ac44595" Type="http://schemas.openxmlformats.org/officeDocument/2006/relationships/presProps" Target="presProps.xml"/><Relationship Id="rId7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c2bce222218d42c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5b43c330f374ad5" Type="http://schemas.openxmlformats.org/officeDocument/2006/relationships/notesMaster" Target="../notesMasters/notesMaster1.xml"/><Relationship Id="R772ead8136a047d3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74dcae10263432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5d63f4eeade40e2" Type="http://schemas.openxmlformats.org/officeDocument/2006/relationships/slideLayout" Target="../slideLayouts/slideLayout1.xml"/><Relationship Id="Rb09f4e47d88a4288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d63f4eeade40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a13f15d820b4ecc" Type="http://schemas.openxmlformats.org/officeDocument/2006/relationships/image" Target="../media/image.png"/><Relationship Id="R163912c689ec4d7d" Type="http://schemas.openxmlformats.org/officeDocument/2006/relationships/notesSlide" Target="../notesSlides/notesSlide1.xml"/><Relationship Id="R95eafeca61034d1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3f15d820b4ecc"/>
          <a:srcRect xmlns:a="http://schemas.openxmlformats.org/drawingml/2006/main" l="0" t="305" r="0" b="3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66700"/>
            <a:ext cx="647700" cy="857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ACEFC-871C-446D-B345-E4658B2C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4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梁国才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4F345-E3E9-4786-83D2-85D427B8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90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Guocai Liang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38C38-E05E-424E-AB36-DF859605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电话 13356567960  |  邮箱 tobyrunninglc@gmail.com  |  GitHub 123qwe55aa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211CD-B3AC-48AB-962D-0C34F9E2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07632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个人网站 tobyleons.xyz  |  广东江门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E7E7D-D9A4-40CC-BE4D-2CE33C17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教育背景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6EC86-EB6B-40FA-836D-DFC0B072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47825"/>
            <a:ext cx="72390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BDBFA-1AB0-49D7-9B44-13CD543D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240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大连工业大学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CFC14-7753-41A0-938F-78FDBFF6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24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预计 2026.06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405A5-C755-4562-A43A-B68E1342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43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0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无机非金属材料工程    本科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2F111-5A1E-4FE9-A533-2C41D3DF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8122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核心课程：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高等数学、大学物理、玻璃工业窑炉设计、无机材料科学基础、机械设计基础等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4B2B8-0445-4183-B6E0-42241C03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505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工作与校园经历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47EF0-8593-4B90-A658-D078830C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24150"/>
            <a:ext cx="72390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E9C21-83EF-423B-B39C-1CF2017B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003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美团 | 配送骑手 | 深圳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46637-C844-43EF-B1F1-833B0815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2025.08 - 2025.09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22BFF-1C79-4616-BF61-576AC9EE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3847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订单执行：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负责指定区域餐饮订单配送，核对订单信息，确保订单准确、及时送达。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路线规划：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使用 GPS 与导航工具规划路线，提高配送效率并减少延误。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客户沟通：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主动处理配送过程中的问题，与顾客保持清晰沟通。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D508E-E235-42B7-A223-D6ED7852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52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哈啰出行 | 客服代表 | 深圳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F621F-D5AE-4966-A8D0-09B3396C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52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2024.08 - 2024.09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BED06-2D03-4F32-9236-286DB7F5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9097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投诉处理：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快速响应客户咨询与投诉，推动问题闭环解决并保障客户体验。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关系维护：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通过耐心沟通维护客户关系，提升客户满意度。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问题记录：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整理常见问题与处理结果，为后续服务优化提供参考。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3DA64-C5E0-4749-80F7-FBF1B74D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7053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e工大社团 | 视频摄影与项目运营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3F5DB-9750-46E1-96E8-DC0F8CEC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05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2021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6F41F6-C110-4A28-A58A-B9DE0A0D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4347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视频摄影：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担任社团视频摄影师，负责活动影像拍摄与素材整理。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项目运营：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参与运营宿舍零食箱项目，协助补货、记录与日常管理。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7056D-1FA2-45EF-8F54-44ABBDAC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768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项目经历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4D833F-90D1-4A54-A76A-16502EC9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72390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8B9D0A-82DD-47A8-AB36-7ED0093B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7721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宿舍零食箱运营项目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FAF96C-38ED-4A2C-A5B9-C03E11FB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721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2021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973BF4-0F4A-47F4-A3BB-9CAF2085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10275"/>
            <a:ext cx="700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项目内容：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围绕宿舍场景的小型零售需求，参与零食箱日常运营、库存补充与记录维护。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运营支持：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关注商品消耗与补货节奏，配合同学反馈调整品类，提升项目运转稳定性。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921FB4-43DC-4E59-A504-3924B9EF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722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素质能力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D3A077-C816-4E7A-AF71-32BEEA63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791325"/>
            <a:ext cx="72390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709166-4620-4276-9D27-47C9C96D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896100"/>
            <a:ext cx="700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语言水平：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雅思 6.0；英语具备职业工作能力；普通话、粤语母语 / 双语。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专业技能：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具备材料检测基础、质量意识、技术文档写作、项目协调与执行能力。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数据能力：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具备数据分析与信息整理意识，能够使用数字化工具提升工作效率。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证书许可：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驾驶证；雅思 6.0。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个人链接：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GitHub: github.com/123qwe55aa；个人网站: tobyleons.xyz。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5203C6-6BA1-4352-BBF6-90BC4216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486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个人简介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34C694-F53B-4362-B9EC-B76F9417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267700"/>
            <a:ext cx="72390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9DE8E5-0CA5-4FD3-9290-06F846F5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36295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具备客户服务、项目执行、数据分析与材料工程学习背景。能在快节奏现场与服务岗位中保持细致、稳定的执行力，重视沟通反馈与问题闭环，适合服务运营、项目协助、质量与材料相关岗位。</a:t>
            </a:r>
          </a:p>
        </p:txBody>
      </p:sp>
    </p:spTree>
    <p:extLst>
      <p:ext uri="{BB962C8B-B14F-4D97-AF65-F5344CB8AC3E}">
        <p14:creationId xmlns:p14="http://schemas.microsoft.com/office/powerpoint/2010/main" val="1099880159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Vibe Coding / AI 项目经历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1. Hermes AI Agent 系统部署与多平台消息网关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100"/>
            </a:pPr>
            <a:r>
              <a:t>2024.10 – 至今</a:t>
            </a:r>
          </a:p>
          <a:p>
            <a:r>
              <a:t>• 自研部署 Hermes Agent AI 框架，整合 Codex、Claude Code、Opencode.ai 多模型路由</a:t>
            </a:r>
          </a:p>
          <a:p>
            <a:r>
              <a:t>• 搭建 Telegram、Discord、iMessage、API Server 多平台消息网关，SQLite 会话持久化</a:t>
            </a:r>
          </a:p>
          <a:p>
            <a:r>
              <a:t>• Antigravity + Codex 并行代码生成，故障排查效率提升 60%</a:t>
            </a:r>
          </a:p>
          <a:p>
            <a:r>
              <a:t>• Python 3.11、FastAPI、systemd、Docker Compose、MCP Adapter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2. Hermes MCP Adapter — 本地 AI 运行时对外适配器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100"/>
            </a:pPr>
            <a:r>
              <a:t>2025.02 – 2025.05</a:t>
            </a:r>
          </a:p>
          <a:p>
            <a:r>
              <a:t>• 开发 Hermes MCP Adapter，暴露本地运行时为 MCP 标准服务端点</a:t>
            </a:r>
          </a:p>
          <a:p>
            <a:r>
              <a:t>• 支持 Cursor/Claude Desktop 直接调用，命令白名单 + HTTP 转发</a:t>
            </a:r>
          </a:p>
          <a:p>
            <a:r>
              <a:t>• TypeScript、Node.js、FastAPI、MCP stdio/HTTP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3. AI 视频生成运镜脚本与内容运营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100"/>
            </a:pPr>
            <a:r>
              <a:t>2025.06 – 2025.07</a:t>
            </a:r>
          </a:p>
          <a:p>
            <a:r>
              <a:t>• 主导设计“POV 梦幻油画铁轨梦境”运镜脚本：花海云端 → 海底世界</a:t>
            </a:r>
          </a:p>
          <a:p>
            <a:r>
              <a:t>• Kling AI 3.0、Runway Gen-3、Pika 2.0 流水线化生成，单片 8-10 秒</a:t>
            </a:r>
          </a:p>
          <a:p>
            <a:r>
              <a:t>• 建立 prompt engineering 知识库（GitHub），形成可复用模板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4. 混合云 VPS 基础设施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100"/>
            </a:pPr>
            <a:r>
              <a:t>2024.08 – 至今</a:t>
            </a:r>
          </a:p>
          <a:p>
            <a:r>
              <a:t>• 统管腾讯云 + Vultr 三台 VPS，Coolify PaaS + 3x-ui 代理 + Cloudflare Tunnel</a:t>
            </a:r>
          </a:p>
          <a:p>
            <a:r>
              <a:t>• 原生 systemd 部署，内存占用降低 40%</a:t>
            </a:r>
          </a:p>
          <a:p>
            <a:r>
              <a:t>• Ubuntu、Docker、systemd、Traefik、PostgreSQL、Redis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2026-07-03T04:04:49.8110000Z</dcterms:created>
  <dcterms:modified xsi:type="dcterms:W3CDTF">2026-07-03T04:04:49.8110000Z</dcterms:modified>
</coreProperties>
</file>